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19f64cd-9d0e-0cbe-fe9e-3f5f8f7f6491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84ad9f2b-53c8-b933-fa46-729d12d4f225}">
          <p14:sldIdLst>
            <p14:sldId id="261"/>
            <p14:sldId id="262"/>
            <p14:sldId id="263"/>
          </p14:sldIdLst>
        </p14:section>
        <p14:section name="Model and results" id="{5136f9cf-e9fe-0481-59e8-988a960f11ce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553201fb-5db3-d452-df84-2ba4f96f7096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387.858358754385</c:v>
                </c:pt>
                <c:pt idx="2">
                  <c:v>416.536511192412</c:v>
                </c:pt>
                <c:pt idx="3">
                  <c:v>428.705589785895</c:v>
                </c:pt>
                <c:pt idx="4">
                  <c:v>438.049102855714</c:v>
                </c:pt>
                <c:pt idx="5">
                  <c:v>447.442106824908</c:v>
                </c:pt>
                <c:pt idx="6">
                  <c:v>456.57132968143</c:v>
                </c:pt>
                <c:pt idx="7">
                  <c:v>465.190720496631</c:v>
                </c:pt>
                <c:pt idx="8">
                  <c:v>475.282584555919</c:v>
                </c:pt>
                <c:pt idx="9">
                  <c:v>484.410114081928</c:v>
                </c:pt>
                <c:pt idx="10">
                  <c:v>493.906781932893</c:v>
                </c:pt>
                <c:pt idx="11">
                  <c:v>503.551450483665</c:v>
                </c:pt>
                <c:pt idx="12">
                  <c:v>513.329355316287</c:v>
                </c:pt>
                <c:pt idx="13">
                  <c:v>523.232612582205</c:v>
                </c:pt>
                <c:pt idx="14">
                  <c:v>533.265588541723</c:v>
                </c:pt>
                <c:pt idx="15">
                  <c:v>543.436952214953</c:v>
                </c:pt>
                <c:pt idx="16">
                  <c:v>553.744291926509</c:v>
                </c:pt>
                <c:pt idx="17">
                  <c:v>564.186911716329</c:v>
                </c:pt>
                <c:pt idx="18">
                  <c:v>574.776826437351</c:v>
                </c:pt>
                <c:pt idx="19">
                  <c:v>585.493490981722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387.804527745995</c:v>
                </c:pt>
                <c:pt idx="2">
                  <c:v>416.484634120623</c:v>
                </c:pt>
                <c:pt idx="3">
                  <c:v>428.663875960836</c:v>
                </c:pt>
                <c:pt idx="4">
                  <c:v>438.008584740414</c:v>
                </c:pt>
                <c:pt idx="5">
                  <c:v>428.153134653769</c:v>
                </c:pt>
                <c:pt idx="6">
                  <c:v>429.553683040773</c:v>
                </c:pt>
                <c:pt idx="7">
                  <c:v>442.082630928016</c:v>
                </c:pt>
                <c:pt idx="8">
                  <c:v>450.436168617846</c:v>
                </c:pt>
                <c:pt idx="9">
                  <c:v>458.559954186605</c:v>
                </c:pt>
                <c:pt idx="10">
                  <c:v>467.351766395167</c:v>
                </c:pt>
                <c:pt idx="11">
                  <c:v>476.455695244296</c:v>
                </c:pt>
                <c:pt idx="12">
                  <c:v>485.77067183374</c:v>
                </c:pt>
                <c:pt idx="13">
                  <c:v>495.172212351207</c:v>
                </c:pt>
                <c:pt idx="14">
                  <c:v>504.7361419056</c:v>
                </c:pt>
                <c:pt idx="15">
                  <c:v>514.530165683447</c:v>
                </c:pt>
                <c:pt idx="16">
                  <c:v>524.335148297855</c:v>
                </c:pt>
                <c:pt idx="17">
                  <c:v>534.238529122954</c:v>
                </c:pt>
                <c:pt idx="18">
                  <c:v>544.14964215884</c:v>
                </c:pt>
                <c:pt idx="19">
                  <c:v>554.165686377976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387.673126145087</c:v>
                </c:pt>
                <c:pt idx="2">
                  <c:v>416.358006213687</c:v>
                </c:pt>
                <c:pt idx="3">
                  <c:v>428.561284996038</c:v>
                </c:pt>
                <c:pt idx="4">
                  <c:v>437.908972324752</c:v>
                </c:pt>
                <c:pt idx="5">
                  <c:v>435.200563341576</c:v>
                </c:pt>
                <c:pt idx="6">
                  <c:v>426.4167157654</c:v>
                </c:pt>
                <c:pt idx="7">
                  <c:v>421.977958395914</c:v>
                </c:pt>
                <c:pt idx="8">
                  <c:v>418.410160757369</c:v>
                </c:pt>
                <c:pt idx="9">
                  <c:v>412.508375066434</c:v>
                </c:pt>
                <c:pt idx="10">
                  <c:v>409.928043482351</c:v>
                </c:pt>
                <c:pt idx="11">
                  <c:v>406.266618764586</c:v>
                </c:pt>
                <c:pt idx="12">
                  <c:v>404.253034521955</c:v>
                </c:pt>
                <c:pt idx="13">
                  <c:v>402.093078060958</c:v>
                </c:pt>
                <c:pt idx="14">
                  <c:v>400.933628745012</c:v>
                </c:pt>
                <c:pt idx="15">
                  <c:v>399.69355208743</c:v>
                </c:pt>
                <c:pt idx="16">
                  <c:v>399.29092120176</c:v>
                </c:pt>
                <c:pt idx="17">
                  <c:v>398.610188508121</c:v>
                </c:pt>
                <c:pt idx="18">
                  <c:v>398.772874093783</c:v>
                </c:pt>
                <c:pt idx="19">
                  <c:v>398.352473316408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387.536973610044</c:v>
                </c:pt>
                <c:pt idx="2">
                  <c:v>416.226635563707</c:v>
                </c:pt>
                <c:pt idx="3">
                  <c:v>428.455226916812</c:v>
                </c:pt>
                <c:pt idx="4">
                  <c:v>437.805832037568</c:v>
                </c:pt>
                <c:pt idx="5">
                  <c:v>426.066439315566</c:v>
                </c:pt>
                <c:pt idx="6">
                  <c:v>433.670394921996</c:v>
                </c:pt>
                <c:pt idx="7">
                  <c:v>440.869308368596</c:v>
                </c:pt>
                <c:pt idx="8">
                  <c:v>449.40846709287</c:v>
                </c:pt>
                <c:pt idx="9">
                  <c:v>452.500648626862</c:v>
                </c:pt>
                <c:pt idx="10">
                  <c:v>456.792999230758</c:v>
                </c:pt>
                <c:pt idx="11">
                  <c:v>461.630437981714</c:v>
                </c:pt>
                <c:pt idx="12">
                  <c:v>465.917623754241</c:v>
                </c:pt>
                <c:pt idx="13">
                  <c:v>470.899370944824</c:v>
                </c:pt>
                <c:pt idx="14">
                  <c:v>476.303529023652</c:v>
                </c:pt>
                <c:pt idx="15">
                  <c:v>481.838939594806</c:v>
                </c:pt>
                <c:pt idx="16">
                  <c:v>487.48568999202</c:v>
                </c:pt>
                <c:pt idx="17">
                  <c:v>493.345939257402</c:v>
                </c:pt>
                <c:pt idx="18">
                  <c:v>499.237620189774</c:v>
                </c:pt>
                <c:pt idx="19">
                  <c:v>505.326127978773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check_quick_report_v8.2.md: PASS. Full check check_report_v8.2.md: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CPAT-AI-Mitigation-Prototype-v8.2.xlsm (repository root), the Documentation, CPAT-AI_BugsAndIssues_v7.2.docx.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v8.2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162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8.2,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-AI/excel_ai/mitigation/presentation/img/v82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(131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(53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8.2 and the bug and issue register (CPAT-AI_BugsAndIssues_v7.2.docx).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131 mitigation and 31 distribution bugs, all fixed in the prototype; also 63 legacy issues (53 mitigation, 10 distribution), replicated and tracked. Fix plans: CPAT-AI_BugsAndIssues_v7.2.docx. Legacy CPAT 1.0pre_465: the CPAT team marked 62 fixed (52 confirmed, 8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-AI/excel_ai/mitigation/presentation/img/v82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408,711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-AI/excel_ai/mitigation/presentation/img/v82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-AI/excel_ai/mitigation/presentation/img/v82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-AI/excel_ai/mitigation/presentation/img/v82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register section 3.2 (CPAT-AI_BugsAndIssues_v7.2.docx);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408,711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13,396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v8.2: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2026-10-23T01:13:38Z</dcterms:created>
  <dcterms:modified xsi:type="dcterms:W3CDTF">2026-10-23T01:13:38Z</dcterms:modified>
</cp:coreProperties>
</file>