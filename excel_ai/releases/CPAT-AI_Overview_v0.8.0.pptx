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0e6b3ea-2b1a-8adc-9642-76b805d07b72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ba0ec29b-1fb6-bd32-b833-4f1fbdf95fa7}">
          <p14:sldIdLst>
            <p14:sldId id="261"/>
            <p14:sldId id="262"/>
            <p14:sldId id="263"/>
          </p14:sldIdLst>
        </p14:section>
        <p14:section name="Model and results" id="{154d109d-1542-782a-04e5-193074b8bdc2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69b4a7f5-49b4-f4f8-a186-e8eeede790e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182.931093290827</c:v>
                </c:pt>
                <c:pt idx="2">
                  <c:v>203.660009188596</c:v>
                </c:pt>
                <c:pt idx="3">
                  <c:v>208.933061192683</c:v>
                </c:pt>
                <c:pt idx="4">
                  <c:v>214.215570068777</c:v>
                </c:pt>
                <c:pt idx="5">
                  <c:v>219.061971602792</c:v>
                </c:pt>
                <c:pt idx="6">
                  <c:v>223.109779371249</c:v>
                </c:pt>
                <c:pt idx="7">
                  <c:v>226.740745461712</c:v>
                </c:pt>
                <c:pt idx="8">
                  <c:v>231.970227509995</c:v>
                </c:pt>
                <c:pt idx="9">
                  <c:v>236.200576552283</c:v>
                </c:pt>
                <c:pt idx="10">
                  <c:v>240.758806971735</c:v>
                </c:pt>
                <c:pt idx="11">
                  <c:v>245.406930808878</c:v>
                </c:pt>
                <c:pt idx="12">
                  <c:v>250.125748379733</c:v>
                </c:pt>
                <c:pt idx="13">
                  <c:v>254.913422655948</c:v>
                </c:pt>
                <c:pt idx="14">
                  <c:v>259.775222656821</c:v>
                </c:pt>
                <c:pt idx="15">
                  <c:v>264.717157377577</c:v>
                </c:pt>
                <c:pt idx="16">
                  <c:v>269.746364164556</c:v>
                </c:pt>
                <c:pt idx="17">
                  <c:v>274.864377055473</c:v>
                </c:pt>
                <c:pt idx="18">
                  <c:v>280.080508126402</c:v>
                </c:pt>
                <c:pt idx="19">
                  <c:v>285.397320723292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182.877639838551</c:v>
                </c:pt>
                <c:pt idx="2">
                  <c:v>203.608495855114</c:v>
                </c:pt>
                <c:pt idx="3">
                  <c:v>208.891571018396</c:v>
                </c:pt>
                <c:pt idx="4">
                  <c:v>214.175252525584</c:v>
                </c:pt>
                <c:pt idx="5">
                  <c:v>207.535231463197</c:v>
                </c:pt>
                <c:pt idx="6">
                  <c:v>204.257143609363</c:v>
                </c:pt>
                <c:pt idx="7">
                  <c:v>212.020305394499</c:v>
                </c:pt>
                <c:pt idx="8">
                  <c:v>215.856707550011</c:v>
                </c:pt>
                <c:pt idx="9">
                  <c:v>219.364505827116</c:v>
                </c:pt>
                <c:pt idx="10">
                  <c:v>223.530347861575</c:v>
                </c:pt>
                <c:pt idx="11">
                  <c:v>227.903185974823</c:v>
                </c:pt>
                <c:pt idx="12">
                  <c:v>232.418003953002</c:v>
                </c:pt>
                <c:pt idx="13">
                  <c:v>236.974695696043</c:v>
                </c:pt>
                <c:pt idx="14">
                  <c:v>241.633739370451</c:v>
                </c:pt>
                <c:pt idx="15">
                  <c:v>246.443268925248</c:v>
                </c:pt>
                <c:pt idx="16">
                  <c:v>251.243254316009</c:v>
                </c:pt>
                <c:pt idx="17">
                  <c:v>256.107023154982</c:v>
                </c:pt>
                <c:pt idx="18">
                  <c:v>260.962275303624</c:v>
                </c:pt>
                <c:pt idx="19">
                  <c:v>265.904173029966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182.747167074433</c:v>
                </c:pt>
                <c:pt idx="2">
                  <c:v>203.482762819244</c:v>
                </c:pt>
                <c:pt idx="3">
                  <c:v>208.789542709426</c:v>
                </c:pt>
                <c:pt idx="4">
                  <c:v>214.07614542702</c:v>
                </c:pt>
                <c:pt idx="5">
                  <c:v>211.678621706276</c:v>
                </c:pt>
                <c:pt idx="6">
                  <c:v>203.523686398844</c:v>
                </c:pt>
                <c:pt idx="7">
                  <c:v>199.079670190015</c:v>
                </c:pt>
                <c:pt idx="8">
                  <c:v>195.159748501118</c:v>
                </c:pt>
                <c:pt idx="9">
                  <c:v>188.539759311345</c:v>
                </c:pt>
                <c:pt idx="10">
                  <c:v>184.89710783538</c:v>
                </c:pt>
                <c:pt idx="11">
                  <c:v>179.926159488572</c:v>
                </c:pt>
                <c:pt idx="12">
                  <c:v>176.352497059893</c:v>
                </c:pt>
                <c:pt idx="13">
                  <c:v>172.454457374066</c:v>
                </c:pt>
                <c:pt idx="14">
                  <c:v>169.387712377305</c:v>
                </c:pt>
                <c:pt idx="15">
                  <c:v>166.099880413672</c:v>
                </c:pt>
                <c:pt idx="16">
                  <c:v>163.529017269782</c:v>
                </c:pt>
                <c:pt idx="17">
                  <c:v>160.596678507586</c:v>
                </c:pt>
                <c:pt idx="18">
                  <c:v>158.428890335078</c:v>
                </c:pt>
                <c:pt idx="19">
                  <c:v>155.649838888002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182.611973881236</c:v>
                </c:pt>
                <c:pt idx="2">
                  <c:v>203.352317603198</c:v>
                </c:pt>
                <c:pt idx="3">
                  <c:v>208.684060426608</c:v>
                </c:pt>
                <c:pt idx="4">
                  <c:v>213.973523826137</c:v>
                </c:pt>
                <c:pt idx="5">
                  <c:v>205.958227835912</c:v>
                </c:pt>
                <c:pt idx="6">
                  <c:v>209.191322262777</c:v>
                </c:pt>
                <c:pt idx="7">
                  <c:v>212.07603864916</c:v>
                </c:pt>
                <c:pt idx="8">
                  <c:v>216.450796581148</c:v>
                </c:pt>
                <c:pt idx="9">
                  <c:v>215.352771303944</c:v>
                </c:pt>
                <c:pt idx="10">
                  <c:v>215.427177545507</c:v>
                </c:pt>
                <c:pt idx="11">
                  <c:v>215.946825265893</c:v>
                </c:pt>
                <c:pt idx="12">
                  <c:v>215.864813125174</c:v>
                </c:pt>
                <c:pt idx="13">
                  <c:v>216.422281309972</c:v>
                </c:pt>
                <c:pt idx="14">
                  <c:v>217.220943788595</c:v>
                </c:pt>
                <c:pt idx="15">
                  <c:v>218.087321763473</c:v>
                </c:pt>
                <c:pt idx="16">
                  <c:v>219.043372737174</c:v>
                </c:pt>
                <c:pt idx="17">
                  <c:v>220.178697228493</c:v>
                </c:pt>
                <c:pt idx="18">
                  <c:v>221.327158396712</c:v>
                </c:pt>
                <c:pt idx="19">
                  <c:v>222.656335709084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108.423138242986</c:v>
                </c:pt>
                <c:pt idx="6">
                  <c:v>108.525483257909</c:v>
                </c:pt>
                <c:pt idx="7">
                  <c:v>108.399559245709</c:v>
                </c:pt>
                <c:pt idx="8">
                  <c:v>110.026764341774</c:v>
                </c:pt>
                <c:pt idx="9">
                  <c:v>106.094748934224</c:v>
                </c:pt>
                <c:pt idx="10">
                  <c:v>103.340583667443</c:v>
                </c:pt>
                <c:pt idx="11">
                  <c:v>100.94491990888</c:v>
                </c:pt>
                <c:pt idx="12">
                  <c:v>97.9118261578938</c:v>
                </c:pt>
                <c:pt idx="13">
                  <c:v>95.4903464183815</c:v>
                </c:pt>
                <c:pt idx="14">
                  <c:v>93.269260957907</c:v>
                </c:pt>
                <c:pt idx="15">
                  <c:v>91.0629319940628</c:v>
                </c:pt>
                <c:pt idx="16">
                  <c:v>88.9362930047094</c:v>
                </c:pt>
                <c:pt idx="17">
                  <c:v>86.9615029342483</c:v>
                </c:pt>
                <c:pt idx="18">
                  <c:v>84.992744956382</c:v>
                </c:pt>
                <c:pt idx="19">
                  <c:v>83.1744347859059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104.348156828597</c:v>
                </c:pt>
                <c:pt idx="6">
                  <c:v>102.774379837682</c:v>
                </c:pt>
                <c:pt idx="7">
                  <c:v>100.940536045787</c:v>
                </c:pt>
                <c:pt idx="8">
                  <c:v>100.7273924227</c:v>
                </c:pt>
                <c:pt idx="9">
                  <c:v>99.536804299535</c:v>
                </c:pt>
                <c:pt idx="10">
                  <c:v>98.5528116723341</c:v>
                </c:pt>
                <c:pt idx="11">
                  <c:v>97.5604712019127</c:v>
                </c:pt>
                <c:pt idx="12">
                  <c:v>96.5418057015725</c:v>
                </c:pt>
                <c:pt idx="13">
                  <c:v>95.4941341433716</c:v>
                </c:pt>
                <c:pt idx="14">
                  <c:v>95.4941341433716</c:v>
                </c:pt>
                <c:pt idx="15">
                  <c:v>95.4941341433716</c:v>
                </c:pt>
                <c:pt idx="16">
                  <c:v>95.4941341433716</c:v>
                </c:pt>
                <c:pt idx="17">
                  <c:v>95.4941341433716</c:v>
                </c:pt>
                <c:pt idx="18">
                  <c:v>95.4941341433716</c:v>
                </c:pt>
                <c:pt idx="19">
                  <c:v>95.4941341433716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0.0764311635864413</c:v>
                </c:pt>
                <c:pt idx="2">
                  <c:v>0.0662106847399743</c:v>
                </c:pt>
                <c:pt idx="3">
                  <c:v>0.0959891021041606</c:v>
                </c:pt>
                <c:pt idx="4">
                  <c:v>0.124427272783918</c:v>
                </c:pt>
                <c:pt idx="5">
                  <c:v>0.153657993371325</c:v>
                </c:pt>
                <c:pt idx="6">
                  <c:v>0.181624475625814</c:v>
                </c:pt>
                <c:pt idx="7">
                  <c:v>0.207834898384353</c:v>
                </c:pt>
                <c:pt idx="8">
                  <c:v>0.229111416458192</c:v>
                </c:pt>
                <c:pt idx="9">
                  <c:v>0.248272671739751</c:v>
                </c:pt>
                <c:pt idx="10">
                  <c:v>0.266462705332272</c:v>
                </c:pt>
                <c:pt idx="11">
                  <c:v>0.28331296753489</c:v>
                </c:pt>
                <c:pt idx="12">
                  <c:v>0.299157305949833</c:v>
                </c:pt>
                <c:pt idx="13">
                  <c:v>0.314085686117369</c:v>
                </c:pt>
                <c:pt idx="14">
                  <c:v>0.328160679965081</c:v>
                </c:pt>
                <c:pt idx="15">
                  <c:v>0.341440124700469</c:v>
                </c:pt>
                <c:pt idx="16">
                  <c:v>0.35398310956238</c:v>
                </c:pt>
                <c:pt idx="17">
                  <c:v>0.365849122013386</c:v>
                </c:pt>
                <c:pt idx="18">
                  <c:v>0.377082006839233</c:v>
                </c:pt>
                <c:pt idx="19">
                  <c:v>0.387728419755597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0.0770556877349764</c:v>
                </c:pt>
                <c:pt idx="2">
                  <c:v>0.0667516599988577</c:v>
                </c:pt>
                <c:pt idx="3">
                  <c:v>0.0964824858341156</c:v>
                </c:pt>
                <c:pt idx="4">
                  <c:v>0.124880997522883</c:v>
                </c:pt>
                <c:pt idx="5">
                  <c:v>0.154080719404674</c:v>
                </c:pt>
                <c:pt idx="6">
                  <c:v>0.194452695916727</c:v>
                </c:pt>
                <c:pt idx="7">
                  <c:v>0.18057240317329</c:v>
                </c:pt>
                <c:pt idx="8">
                  <c:v>0.205076820822493</c:v>
                </c:pt>
                <c:pt idx="9">
                  <c:v>0.227371889215401</c:v>
                </c:pt>
                <c:pt idx="10">
                  <c:v>0.24678540149221</c:v>
                </c:pt>
                <c:pt idx="11">
                  <c:v>0.264467149515521</c:v>
                </c:pt>
                <c:pt idx="12">
                  <c:v>0.281093431584529</c:v>
                </c:pt>
                <c:pt idx="13">
                  <c:v>0.296762736718267</c:v>
                </c:pt>
                <c:pt idx="14">
                  <c:v>0.311485260035813</c:v>
                </c:pt>
                <c:pt idx="15">
                  <c:v>0.325251709035809</c:v>
                </c:pt>
                <c:pt idx="16">
                  <c:v>0.338340542090465</c:v>
                </c:pt>
                <c:pt idx="17">
                  <c:v>0.350768352553781</c:v>
                </c:pt>
                <c:pt idx="18">
                  <c:v>0.362637656686354</c:v>
                </c:pt>
                <c:pt idx="19">
                  <c:v>0.373902937732284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0.0785863551650732</c:v>
                </c:pt>
                <c:pt idx="2">
                  <c:v>0.0680775546199117</c:v>
                </c:pt>
                <c:pt idx="3">
                  <c:v>0.0976922396131377</c:v>
                </c:pt>
                <c:pt idx="4">
                  <c:v>0.125993741710134</c:v>
                </c:pt>
                <c:pt idx="5">
                  <c:v>0.155117794891639</c:v>
                </c:pt>
                <c:pt idx="6">
                  <c:v>0.189328694984967</c:v>
                </c:pt>
                <c:pt idx="7">
                  <c:v>0.189119424137893</c:v>
                </c:pt>
                <c:pt idx="8">
                  <c:v>0.198019125466647</c:v>
                </c:pt>
                <c:pt idx="9">
                  <c:v>0.229072167298955</c:v>
                </c:pt>
                <c:pt idx="10">
                  <c:v>0.246487479049462</c:v>
                </c:pt>
                <c:pt idx="11">
                  <c:v>0.272381861480856</c:v>
                </c:pt>
                <c:pt idx="12">
                  <c:v>0.295606116015765</c:v>
                </c:pt>
                <c:pt idx="13">
                  <c:v>0.316743221041052</c:v>
                </c:pt>
                <c:pt idx="14">
                  <c:v>0.335505124056604</c:v>
                </c:pt>
                <c:pt idx="15">
                  <c:v>0.35258800300738</c:v>
                </c:pt>
                <c:pt idx="16">
                  <c:v>0.367561296739564</c:v>
                </c:pt>
                <c:pt idx="17">
                  <c:v>0.381317693685813</c:v>
                </c:pt>
                <c:pt idx="18">
                  <c:v>0.393218449966668</c:v>
                </c:pt>
                <c:pt idx="19">
                  <c:v>0.40449980218487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0.0801697215644966</c:v>
                </c:pt>
                <c:pt idx="2">
                  <c:v>0.0694508287310738</c:v>
                </c:pt>
                <c:pt idx="3">
                  <c:v>0.0989458142801724</c:v>
                </c:pt>
                <c:pt idx="4">
                  <c:v>0.127148308919138</c:v>
                </c:pt>
                <c:pt idx="5">
                  <c:v>0.156195279803077</c:v>
                </c:pt>
                <c:pt idx="6">
                  <c:v>0.18398403972868</c:v>
                </c:pt>
                <c:pt idx="7">
                  <c:v>0.210008273149868</c:v>
                </c:pt>
                <c:pt idx="8">
                  <c:v>0.231218336931763</c:v>
                </c:pt>
                <c:pt idx="9">
                  <c:v>0.250160059225435</c:v>
                </c:pt>
                <c:pt idx="10">
                  <c:v>0.268234585461289</c:v>
                </c:pt>
                <c:pt idx="11">
                  <c:v>0.284332977192349</c:v>
                </c:pt>
                <c:pt idx="12">
                  <c:v>0.299485589979327</c:v>
                </c:pt>
                <c:pt idx="13">
                  <c:v>0.31388066452987</c:v>
                </c:pt>
                <c:pt idx="14">
                  <c:v>0.327362824458481</c:v>
                </c:pt>
                <c:pt idx="15">
                  <c:v>0.340089761315947</c:v>
                </c:pt>
                <c:pt idx="16">
                  <c:v>0.35222161132829</c:v>
                </c:pt>
                <c:pt idx="17">
                  <c:v>0.363738704042828</c:v>
                </c:pt>
                <c:pt idx="18">
                  <c:v>0.374743216887033</c:v>
                </c:pt>
                <c:pt idx="19">
                  <c:v>0.385207670897248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25177</c:v>
                </c:pt>
                <c:pt idx="1">
                  <c:v>40398</c:v>
                </c:pt>
                <c:pt idx="2">
                  <c:v>64037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19783</c:v>
                </c:pt>
                <c:pt idx="1">
                  <c:v>26533</c:v>
                </c:pt>
                <c:pt idx="2">
                  <c:v>33986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387.858358754385</c:v>
                </c:pt>
                <c:pt idx="2">
                  <c:v>416.536511192412</c:v>
                </c:pt>
                <c:pt idx="3">
                  <c:v>428.705589785895</c:v>
                </c:pt>
                <c:pt idx="4">
                  <c:v>438.049102855714</c:v>
                </c:pt>
                <c:pt idx="5">
                  <c:v>447.442106824908</c:v>
                </c:pt>
                <c:pt idx="6">
                  <c:v>456.57132968143</c:v>
                </c:pt>
                <c:pt idx="7">
                  <c:v>465.190720496631</c:v>
                </c:pt>
                <c:pt idx="8">
                  <c:v>475.282584555919</c:v>
                </c:pt>
                <c:pt idx="9">
                  <c:v>484.410114081928</c:v>
                </c:pt>
                <c:pt idx="10">
                  <c:v>493.906781932893</c:v>
                </c:pt>
                <c:pt idx="11">
                  <c:v>503.551450483665</c:v>
                </c:pt>
                <c:pt idx="12">
                  <c:v>513.329355316287</c:v>
                </c:pt>
                <c:pt idx="13">
                  <c:v>523.232612582205</c:v>
                </c:pt>
                <c:pt idx="14">
                  <c:v>533.265588541723</c:v>
                </c:pt>
                <c:pt idx="15">
                  <c:v>543.436952214953</c:v>
                </c:pt>
                <c:pt idx="16">
                  <c:v>553.744291926509</c:v>
                </c:pt>
                <c:pt idx="17">
                  <c:v>564.186911716329</c:v>
                </c:pt>
                <c:pt idx="18">
                  <c:v>574.776826437351</c:v>
                </c:pt>
                <c:pt idx="19">
                  <c:v>585.493490981722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387.804527745995</c:v>
                </c:pt>
                <c:pt idx="2">
                  <c:v>416.484634120623</c:v>
                </c:pt>
                <c:pt idx="3">
                  <c:v>428.663875960836</c:v>
                </c:pt>
                <c:pt idx="4">
                  <c:v>438.008584740414</c:v>
                </c:pt>
                <c:pt idx="5">
                  <c:v>428.153134653769</c:v>
                </c:pt>
                <c:pt idx="6">
                  <c:v>429.553683040773</c:v>
                </c:pt>
                <c:pt idx="7">
                  <c:v>442.082630928016</c:v>
                </c:pt>
                <c:pt idx="8">
                  <c:v>450.436168617846</c:v>
                </c:pt>
                <c:pt idx="9">
                  <c:v>458.559954186605</c:v>
                </c:pt>
                <c:pt idx="10">
                  <c:v>467.351766395167</c:v>
                </c:pt>
                <c:pt idx="11">
                  <c:v>476.455695244296</c:v>
                </c:pt>
                <c:pt idx="12">
                  <c:v>485.77067183374</c:v>
                </c:pt>
                <c:pt idx="13">
                  <c:v>495.172212351207</c:v>
                </c:pt>
                <c:pt idx="14">
                  <c:v>504.7361419056</c:v>
                </c:pt>
                <c:pt idx="15">
                  <c:v>514.530165683447</c:v>
                </c:pt>
                <c:pt idx="16">
                  <c:v>524.335148297855</c:v>
                </c:pt>
                <c:pt idx="17">
                  <c:v>534.238529122954</c:v>
                </c:pt>
                <c:pt idx="18">
                  <c:v>544.14964215884</c:v>
                </c:pt>
                <c:pt idx="19">
                  <c:v>554.165686377976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387.673126145087</c:v>
                </c:pt>
                <c:pt idx="2">
                  <c:v>416.358006213687</c:v>
                </c:pt>
                <c:pt idx="3">
                  <c:v>428.561284996038</c:v>
                </c:pt>
                <c:pt idx="4">
                  <c:v>437.908972324752</c:v>
                </c:pt>
                <c:pt idx="5">
                  <c:v>435.200563341576</c:v>
                </c:pt>
                <c:pt idx="6">
                  <c:v>426.4167157654</c:v>
                </c:pt>
                <c:pt idx="7">
                  <c:v>421.977958395914</c:v>
                </c:pt>
                <c:pt idx="8">
                  <c:v>418.410160757369</c:v>
                </c:pt>
                <c:pt idx="9">
                  <c:v>412.508375066434</c:v>
                </c:pt>
                <c:pt idx="10">
                  <c:v>409.928043482351</c:v>
                </c:pt>
                <c:pt idx="11">
                  <c:v>406.266618764586</c:v>
                </c:pt>
                <c:pt idx="12">
                  <c:v>404.253034521955</c:v>
                </c:pt>
                <c:pt idx="13">
                  <c:v>402.093078060958</c:v>
                </c:pt>
                <c:pt idx="14">
                  <c:v>400.933628745012</c:v>
                </c:pt>
                <c:pt idx="15">
                  <c:v>399.69355208743</c:v>
                </c:pt>
                <c:pt idx="16">
                  <c:v>399.29092120176</c:v>
                </c:pt>
                <c:pt idx="17">
                  <c:v>398.610188508121</c:v>
                </c:pt>
                <c:pt idx="18">
                  <c:v>398.772874093783</c:v>
                </c:pt>
                <c:pt idx="19">
                  <c:v>398.352473316408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387.536973610044</c:v>
                </c:pt>
                <c:pt idx="2">
                  <c:v>416.226635563707</c:v>
                </c:pt>
                <c:pt idx="3">
                  <c:v>428.455226916812</c:v>
                </c:pt>
                <c:pt idx="4">
                  <c:v>437.805832037568</c:v>
                </c:pt>
                <c:pt idx="5">
                  <c:v>426.066439315566</c:v>
                </c:pt>
                <c:pt idx="6">
                  <c:v>433.670394921996</c:v>
                </c:pt>
                <c:pt idx="7">
                  <c:v>440.869308368596</c:v>
                </c:pt>
                <c:pt idx="8">
                  <c:v>449.40846709287</c:v>
                </c:pt>
                <c:pt idx="9">
                  <c:v>452.500648626862</c:v>
                </c:pt>
                <c:pt idx="10">
                  <c:v>456.792999230758</c:v>
                </c:pt>
                <c:pt idx="11">
                  <c:v>461.630437981714</c:v>
                </c:pt>
                <c:pt idx="12">
                  <c:v>465.917623754241</c:v>
                </c:pt>
                <c:pt idx="13">
                  <c:v>470.899370944824</c:v>
                </c:pt>
                <c:pt idx="14">
                  <c:v>476.303529023652</c:v>
                </c:pt>
                <c:pt idx="15">
                  <c:v>481.838939594806</c:v>
                </c:pt>
                <c:pt idx="16">
                  <c:v>487.48568999202</c:v>
                </c:pt>
                <c:pt idx="17">
                  <c:v>493.345939257402</c:v>
                </c:pt>
                <c:pt idx="18">
                  <c:v>499.237620189774</c:v>
                </c:pt>
                <c:pt idx="19">
                  <c:v>505.326127978773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-0.0115926756983746</c:v>
                </c:pt>
                <c:pt idx="1">
                  <c:v>-0.0106360534013133</c:v>
                </c:pt>
                <c:pt idx="2">
                  <c:v>-0.0103014797206648</c:v>
                </c:pt>
                <c:pt idx="3">
                  <c:v>-0.00960632508303425</c:v>
                </c:pt>
                <c:pt idx="4">
                  <c:v>-0.0096258547681786</c:v>
                </c:pt>
                <c:pt idx="5">
                  <c:v>-0.009569658000568531</c:v>
                </c:pt>
                <c:pt idx="6">
                  <c:v>-0.00990997095528535</c:v>
                </c:pt>
                <c:pt idx="7">
                  <c:v>-0.010049084911224299</c:v>
                </c:pt>
                <c:pt idx="8">
                  <c:v>-0.00971162541414459</c:v>
                </c:pt>
                <c:pt idx="9">
                  <c:v>-0.0100980175425022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0.023405540325681602</c:v>
                </c:pt>
                <c:pt idx="1">
                  <c:v>0.0136646055979255</c:v>
                </c:pt>
                <c:pt idx="2">
                  <c:v>0.00499329692972615</c:v>
                </c:pt>
                <c:pt idx="3">
                  <c:v>0.00256118929059376</c:v>
                </c:pt>
                <c:pt idx="4">
                  <c:v>-0.0012623307532978</c:v>
                </c:pt>
                <c:pt idx="5">
                  <c:v>-0.0046190049251631</c:v>
                </c:pt>
                <c:pt idx="6">
                  <c:v>-0.00662867554745017</c:v>
                </c:pt>
                <c:pt idx="7">
                  <c:v>-0.007535026167578101</c:v>
                </c:pt>
                <c:pt idx="8">
                  <c:v>-0.00677790222973549</c:v>
                </c:pt>
                <c:pt idx="9">
                  <c:v>-0.00892158386809769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prototype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-1.54%. Eleven charts on the tab. Method: Distribution_Method.md.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check_quick_report_v8.0.md: PASS. Full check check_report_v8.0.md: Overall: PASS**.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CPAT-AI-Mitigation-Prototype-v8.0.xlsm (repository root), QuickStart.md, documentation/CPAT-AI_BugsAndIssues_v7.2.docx. Also open: reconcile with legacy file 459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v8.0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162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8.0,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-ai/excel_ai/mitigation/presentation/img/v80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(131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(53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8.0 and the bug and issue register (CPAT-AI_BugsAndIssues_v7.2.docx).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131 mitigation and 31 distribution bugs, all fixed in the prototype; also 63 legacy issues (53 mitigation, 10 distribution), replicated and tracked. Fix plans: CPAT-AI_BugsAndIssues_v7.2.docx.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-ai/excel_ai/mitigation/presentation/img/v80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399,839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-ai/excel_ai/mitigation/presentation/img/v80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-ai/excel_ai/mitigation/presentation/img/v80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$20 -7%, Package A -16%, Package B -7%. Package B ETS price 2030: 77 $/tCO2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-ai/excel_ai/mitigation/presentation/img/v80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21% -&gt; 9%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register section 3.2 (CPAT-AI_BugsAndIssues_v7.2.docx); method: Transport_Method.md.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-193 $/tCO2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-1.1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2.0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-1.4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3.4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ResultsSections_Method.md.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399,839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13,396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v8.0: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2026-10-22T08:40:16Z</dcterms:created>
  <dcterms:modified xsi:type="dcterms:W3CDTF">2026-10-22T08:40:16Z</dcterms:modified>
</cp:coreProperties>
</file>