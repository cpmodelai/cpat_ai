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927c653-4dc2-a8ce-eb84-6333f695664e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581c6f4c-404e-3deb-dddb-54c115aa0bd8}">
          <p14:sldIdLst>
            <p14:sldId id="261"/>
            <p14:sldId id="262"/>
            <p14:sldId id="263"/>
          </p14:sldIdLst>
        </p14:section>
        <p14:section name="Model and results" id="{7123f524-701f-0a4b-ecdf-7212b117c46f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Next steps" id="{e5a09584-2304-3ebd-dde9-bbf5bb25b70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207.394460991361</c:v>
                </c:pt>
                <c:pt idx="2">
                  <c:v>246.073387892395</c:v>
                </c:pt>
                <c:pt idx="3">
                  <c:v>260.959044047654</c:v>
                </c:pt>
                <c:pt idx="4">
                  <c:v>268.215858861385</c:v>
                </c:pt>
                <c:pt idx="5">
                  <c:v>275.334691190855</c:v>
                </c:pt>
                <c:pt idx="6">
                  <c:v>283.612682545447</c:v>
                </c:pt>
                <c:pt idx="7">
                  <c:v>291.759348699353</c:v>
                </c:pt>
                <c:pt idx="8">
                  <c:v>298.724924364419</c:v>
                </c:pt>
                <c:pt idx="9">
                  <c:v>301.935616516062</c:v>
                </c:pt>
                <c:pt idx="10">
                  <c:v>305.178073847974</c:v>
                </c:pt>
                <c:pt idx="11">
                  <c:v>311.336797873581</c:v>
                </c:pt>
                <c:pt idx="12">
                  <c:v>316.963470081377</c:v>
                </c:pt>
                <c:pt idx="13">
                  <c:v>323.084481401708</c:v>
                </c:pt>
                <c:pt idx="14">
                  <c:v>329.249236875163</c:v>
                </c:pt>
                <c:pt idx="15">
                  <c:v>335.537116640607</c:v>
                </c:pt>
                <c:pt idx="16">
                  <c:v>341.920124597611</c:v>
                </c:pt>
                <c:pt idx="17">
                  <c:v>348.405429370888</c:v>
                </c:pt>
                <c:pt idx="18">
                  <c:v>355.002513083738</c:v>
                </c:pt>
                <c:pt idx="19">
                  <c:v>361.714866019559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207.339313424216</c:v>
                </c:pt>
                <c:pt idx="2">
                  <c:v>246.020234230202</c:v>
                </c:pt>
                <c:pt idx="3">
                  <c:v>260.907814973058</c:v>
                </c:pt>
                <c:pt idx="4">
                  <c:v>268.164366996148</c:v>
                </c:pt>
                <c:pt idx="5">
                  <c:v>252.168326000848</c:v>
                </c:pt>
                <c:pt idx="6">
                  <c:v>249.264889827245</c:v>
                </c:pt>
                <c:pt idx="7">
                  <c:v>258.850821741208</c:v>
                </c:pt>
                <c:pt idx="8">
                  <c:v>263.919306821398</c:v>
                </c:pt>
                <c:pt idx="9">
                  <c:v>268.05505735149</c:v>
                </c:pt>
                <c:pt idx="10">
                  <c:v>270.770976489249</c:v>
                </c:pt>
                <c:pt idx="11">
                  <c:v>276.586787175284</c:v>
                </c:pt>
                <c:pt idx="12">
                  <c:v>281.666578054741</c:v>
                </c:pt>
                <c:pt idx="13">
                  <c:v>287.397490720633</c:v>
                </c:pt>
                <c:pt idx="14">
                  <c:v>293.194888902632</c:v>
                </c:pt>
                <c:pt idx="15">
                  <c:v>299.242790824256</c:v>
                </c:pt>
                <c:pt idx="16">
                  <c:v>305.221694644216</c:v>
                </c:pt>
                <c:pt idx="17">
                  <c:v>311.239752577839</c:v>
                </c:pt>
                <c:pt idx="18">
                  <c:v>317.169035769373</c:v>
                </c:pt>
                <c:pt idx="19">
                  <c:v>323.159346848442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207.204080188795</c:v>
                </c:pt>
                <c:pt idx="2">
                  <c:v>245.889898609041</c:v>
                </c:pt>
                <c:pt idx="3">
                  <c:v>260.782206412429</c:v>
                </c:pt>
                <c:pt idx="4">
                  <c:v>268.038434760533</c:v>
                </c:pt>
                <c:pt idx="5">
                  <c:v>260.268197632972</c:v>
                </c:pt>
                <c:pt idx="6">
                  <c:v>246.857875880725</c:v>
                </c:pt>
                <c:pt idx="7">
                  <c:v>232.812458091816</c:v>
                </c:pt>
                <c:pt idx="8">
                  <c:v>223.93787725208</c:v>
                </c:pt>
                <c:pt idx="9">
                  <c:v>218.281033433259</c:v>
                </c:pt>
                <c:pt idx="10">
                  <c:v>210.663642110291</c:v>
                </c:pt>
                <c:pt idx="11">
                  <c:v>206.235770785813</c:v>
                </c:pt>
                <c:pt idx="12">
                  <c:v>200.458866575936</c:v>
                </c:pt>
                <c:pt idx="13">
                  <c:v>196.569677701151</c:v>
                </c:pt>
                <c:pt idx="14">
                  <c:v>191.95353495634</c:v>
                </c:pt>
                <c:pt idx="15">
                  <c:v>188.825963033593</c:v>
                </c:pt>
                <c:pt idx="16">
                  <c:v>184.799609506563</c:v>
                </c:pt>
                <c:pt idx="17">
                  <c:v>182.392301790428</c:v>
                </c:pt>
                <c:pt idx="18">
                  <c:v>178.497334980671</c:v>
                </c:pt>
                <c:pt idx="19">
                  <c:v>176.902731941436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207.068132529829</c:v>
                </c:pt>
                <c:pt idx="2">
                  <c:v>245.758733257086</c:v>
                </c:pt>
                <c:pt idx="3">
                  <c:v>260.655659567373</c:v>
                </c:pt>
                <c:pt idx="4">
                  <c:v>267.911248775574</c:v>
                </c:pt>
                <c:pt idx="5">
                  <c:v>248.567045092647</c:v>
                </c:pt>
                <c:pt idx="6">
                  <c:v>255.602475632502</c:v>
                </c:pt>
                <c:pt idx="7">
                  <c:v>262.661576741228</c:v>
                </c:pt>
                <c:pt idx="8">
                  <c:v>268.225616113707</c:v>
                </c:pt>
                <c:pt idx="9">
                  <c:v>267.540969873074</c:v>
                </c:pt>
                <c:pt idx="10">
                  <c:v>267.335649037255</c:v>
                </c:pt>
                <c:pt idx="11">
                  <c:v>271.304274659323</c:v>
                </c:pt>
                <c:pt idx="12">
                  <c:v>270.682949962233</c:v>
                </c:pt>
                <c:pt idx="13">
                  <c:v>271.685785414806</c:v>
                </c:pt>
                <c:pt idx="14">
                  <c:v>272.889089047741</c:v>
                </c:pt>
                <c:pt idx="15">
                  <c:v>273.692511701706</c:v>
                </c:pt>
                <c:pt idx="16">
                  <c:v>274.967620883929</c:v>
                </c:pt>
                <c:pt idx="17">
                  <c:v>276.428860454557</c:v>
                </c:pt>
                <c:pt idx="18">
                  <c:v>277.757916621007</c:v>
                </c:pt>
                <c:pt idx="19">
                  <c:v>279.498363496659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121.664456426344</c:v>
                </c:pt>
                <c:pt idx="6">
                  <c:v>124.736300091355</c:v>
                </c:pt>
                <c:pt idx="7">
                  <c:v>127.964714325871</c:v>
                </c:pt>
                <c:pt idx="8">
                  <c:v>130.116547616506</c:v>
                </c:pt>
                <c:pt idx="9">
                  <c:v>125.833097225762</c:v>
                </c:pt>
                <c:pt idx="10">
                  <c:v>122.09147792889</c:v>
                </c:pt>
                <c:pt idx="11">
                  <c:v>122.348585778631</c:v>
                </c:pt>
                <c:pt idx="12">
                  <c:v>117.97184331861</c:v>
                </c:pt>
                <c:pt idx="13">
                  <c:v>115.193794632612</c:v>
                </c:pt>
                <c:pt idx="14">
                  <c:v>112.554440162301</c:v>
                </c:pt>
                <c:pt idx="15">
                  <c:v>109.428574673454</c:v>
                </c:pt>
                <c:pt idx="16">
                  <c:v>106.786748930949</c:v>
                </c:pt>
                <c:pt idx="17">
                  <c:v>104.306913135813</c:v>
                </c:pt>
                <c:pt idx="18">
                  <c:v>101.715541519238</c:v>
                </c:pt>
                <c:pt idx="19">
                  <c:v>99.494201828281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117.152942210427</c:v>
                </c:pt>
                <c:pt idx="6">
                  <c:v>118.137342656937</c:v>
                </c:pt>
                <c:pt idx="7">
                  <c:v>119.062587482012</c:v>
                </c:pt>
                <c:pt idx="8">
                  <c:v>119.071910241602</c:v>
                </c:pt>
                <c:pt idx="9">
                  <c:v>115.663246685643</c:v>
                </c:pt>
                <c:pt idx="10">
                  <c:v>112.278618374881</c:v>
                </c:pt>
                <c:pt idx="11">
                  <c:v>111.335564232874</c:v>
                </c:pt>
                <c:pt idx="12">
                  <c:v>109.850259911713</c:v>
                </c:pt>
                <c:pt idx="13">
                  <c:v>108.677218081803</c:v>
                </c:pt>
                <c:pt idx="14">
                  <c:v>108.677218081803</c:v>
                </c:pt>
                <c:pt idx="15">
                  <c:v>108.677218081803</c:v>
                </c:pt>
                <c:pt idx="16">
                  <c:v>108.677218081803</c:v>
                </c:pt>
                <c:pt idx="17">
                  <c:v>108.677218081803</c:v>
                </c:pt>
                <c:pt idx="18">
                  <c:v>108.677218081803</c:v>
                </c:pt>
                <c:pt idx="19">
                  <c:v>108.677218081803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0.0747068373007149</c:v>
                </c:pt>
                <c:pt idx="2">
                  <c:v>0.0624066381005966</c:v>
                </c:pt>
                <c:pt idx="3">
                  <c:v>0.0840940896760025</c:v>
                </c:pt>
                <c:pt idx="4">
                  <c:v>0.108698432042598</c:v>
                </c:pt>
                <c:pt idx="5">
                  <c:v>0.133537288050849</c:v>
                </c:pt>
                <c:pt idx="6">
                  <c:v>0.157661619044687</c:v>
                </c:pt>
                <c:pt idx="7">
                  <c:v>0.181266552103232</c:v>
                </c:pt>
                <c:pt idx="8">
                  <c:v>0.205904779764169</c:v>
                </c:pt>
                <c:pt idx="9">
                  <c:v>0.230809479415924</c:v>
                </c:pt>
                <c:pt idx="10">
                  <c:v>0.254735883208655</c:v>
                </c:pt>
                <c:pt idx="11">
                  <c:v>0.27190291923207</c:v>
                </c:pt>
                <c:pt idx="12">
                  <c:v>0.287380545006415</c:v>
                </c:pt>
                <c:pt idx="13">
                  <c:v>0.302339327396605</c:v>
                </c:pt>
                <c:pt idx="14">
                  <c:v>0.316356485559767</c:v>
                </c:pt>
                <c:pt idx="15">
                  <c:v>0.329591996860462</c:v>
                </c:pt>
                <c:pt idx="16">
                  <c:v>0.342087837062709</c:v>
                </c:pt>
                <c:pt idx="17">
                  <c:v>0.353911208435676</c:v>
                </c:pt>
                <c:pt idx="18">
                  <c:v>0.365102017756921</c:v>
                </c:pt>
                <c:pt idx="19">
                  <c:v>0.375707219153423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0.0753483062224609</c:v>
                </c:pt>
                <c:pt idx="2">
                  <c:v>0.0629424514251141</c:v>
                </c:pt>
                <c:pt idx="3">
                  <c:v>0.0845518862339526</c:v>
                </c:pt>
                <c:pt idx="4">
                  <c:v>0.109120117203703</c:v>
                </c:pt>
                <c:pt idx="5">
                  <c:v>0.133931987255182</c:v>
                </c:pt>
                <c:pt idx="6">
                  <c:v>0.172836852562033</c:v>
                </c:pt>
                <c:pt idx="7">
                  <c:v>0.159662072079644</c:v>
                </c:pt>
                <c:pt idx="8">
                  <c:v>0.186397228650357</c:v>
                </c:pt>
                <c:pt idx="9">
                  <c:v>0.20955916069358</c:v>
                </c:pt>
                <c:pt idx="10">
                  <c:v>0.233232283192853</c:v>
                </c:pt>
                <c:pt idx="11">
                  <c:v>0.251729637610741</c:v>
                </c:pt>
                <c:pt idx="12">
                  <c:v>0.268139904458614</c:v>
                </c:pt>
                <c:pt idx="13">
                  <c:v>0.283933248486597</c:v>
                </c:pt>
                <c:pt idx="14">
                  <c:v>0.298689247703917</c:v>
                </c:pt>
                <c:pt idx="15">
                  <c:v>0.312471739945525</c:v>
                </c:pt>
                <c:pt idx="16">
                  <c:v>0.325601936780172</c:v>
                </c:pt>
                <c:pt idx="17">
                  <c:v>0.338111589617448</c:v>
                </c:pt>
                <c:pt idx="18">
                  <c:v>0.350123369388916</c:v>
                </c:pt>
                <c:pt idx="19">
                  <c:v>0.361559501891888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0.0769338155296667</c:v>
                </c:pt>
                <c:pt idx="2">
                  <c:v>0.0642668133453068</c:v>
                </c:pt>
                <c:pt idx="3">
                  <c:v>0.0856834171434314</c:v>
                </c:pt>
                <c:pt idx="4">
                  <c:v>0.11016211681297</c:v>
                </c:pt>
                <c:pt idx="5">
                  <c:v>0.134906997193829</c:v>
                </c:pt>
                <c:pt idx="6">
                  <c:v>0.166543472422852</c:v>
                </c:pt>
                <c:pt idx="7">
                  <c:v>0.201820978186298</c:v>
                </c:pt>
                <c:pt idx="8">
                  <c:v>0.206339012768231</c:v>
                </c:pt>
                <c:pt idx="9">
                  <c:v>0.213611225089062</c:v>
                </c:pt>
                <c:pt idx="10">
                  <c:v>0.241581230535463</c:v>
                </c:pt>
                <c:pt idx="11">
                  <c:v>0.256122876024245</c:v>
                </c:pt>
                <c:pt idx="12">
                  <c:v>0.282513394917959</c:v>
                </c:pt>
                <c:pt idx="13">
                  <c:v>0.304753125993933</c:v>
                </c:pt>
                <c:pt idx="14">
                  <c:v>0.325824363288639</c:v>
                </c:pt>
                <c:pt idx="15">
                  <c:v>0.343786356673971</c:v>
                </c:pt>
                <c:pt idx="16">
                  <c:v>0.360326069680833</c:v>
                </c:pt>
                <c:pt idx="17">
                  <c:v>0.37395722683686</c:v>
                </c:pt>
                <c:pt idx="18">
                  <c:v>0.387251013378168</c:v>
                </c:pt>
                <c:pt idx="19">
                  <c:v>0.397474658277986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0.0512748648088051</c:v>
                </c:pt>
                <c:pt idx="1">
                  <c:v>0.0785193114134824</c:v>
                </c:pt>
                <c:pt idx="2">
                  <c:v>0.0655925901461494</c:v>
                </c:pt>
                <c:pt idx="3">
                  <c:v>0.086817424539667</c:v>
                </c:pt>
                <c:pt idx="4">
                  <c:v>0.111207900083948</c:v>
                </c:pt>
                <c:pt idx="5">
                  <c:v>0.135887059433188</c:v>
                </c:pt>
                <c:pt idx="6">
                  <c:v>0.159862422581565</c:v>
                </c:pt>
                <c:pt idx="7">
                  <c:v>0.183252149801418</c:v>
                </c:pt>
                <c:pt idx="8">
                  <c:v>0.208001893920968</c:v>
                </c:pt>
                <c:pt idx="9">
                  <c:v>0.23272465419912</c:v>
                </c:pt>
                <c:pt idx="10">
                  <c:v>0.256642513988238</c:v>
                </c:pt>
                <c:pt idx="11">
                  <c:v>0.273057826869064</c:v>
                </c:pt>
                <c:pt idx="12">
                  <c:v>0.287802495082704</c:v>
                </c:pt>
                <c:pt idx="13">
                  <c:v>0.302299145921418</c:v>
                </c:pt>
                <c:pt idx="14">
                  <c:v>0.315210188227643</c:v>
                </c:pt>
                <c:pt idx="15">
                  <c:v>0.327416556030656</c:v>
                </c:pt>
                <c:pt idx="16">
                  <c:v>0.339131261188347</c:v>
                </c:pt>
                <c:pt idx="17">
                  <c:v>0.350211188146644</c:v>
                </c:pt>
                <c:pt idx="18">
                  <c:v>0.360948652121711</c:v>
                </c:pt>
                <c:pt idx="19">
                  <c:v>0.371178233078356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24698</c:v>
                </c:pt>
                <c:pt idx="1">
                  <c:v>40573</c:v>
                </c:pt>
                <c:pt idx="2">
                  <c:v>65741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19355</c:v>
                </c:pt>
                <c:pt idx="1">
                  <c:v>26289</c:v>
                </c:pt>
                <c:pt idx="2">
                  <c:v>34651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412.226521412319</c:v>
                </c:pt>
                <c:pt idx="2">
                  <c:v>458.949889896211</c:v>
                </c:pt>
                <c:pt idx="3">
                  <c:v>480.643338963356</c:v>
                </c:pt>
                <c:pt idx="4">
                  <c:v>491.540798111231</c:v>
                </c:pt>
                <c:pt idx="5">
                  <c:v>502.834950852182</c:v>
                </c:pt>
                <c:pt idx="6">
                  <c:v>515.816321036576</c:v>
                </c:pt>
                <c:pt idx="7">
                  <c:v>528.57105876761</c:v>
                </c:pt>
                <c:pt idx="8">
                  <c:v>539.979833602139</c:v>
                </c:pt>
                <c:pt idx="9">
                  <c:v>547.659523410402</c:v>
                </c:pt>
                <c:pt idx="10">
                  <c:v>555.38580697143</c:v>
                </c:pt>
                <c:pt idx="11">
                  <c:v>566.109089277332</c:v>
                </c:pt>
                <c:pt idx="12">
                  <c:v>576.343418812036</c:v>
                </c:pt>
                <c:pt idx="13">
                  <c:v>587.122090344485</c:v>
                </c:pt>
                <c:pt idx="14">
                  <c:v>597.987905365628</c:v>
                </c:pt>
                <c:pt idx="15">
                  <c:v>609.023732589216</c:v>
                </c:pt>
                <c:pt idx="16">
                  <c:v>620.191800187939</c:v>
                </c:pt>
                <c:pt idx="17">
                  <c:v>631.497193712753</c:v>
                </c:pt>
                <c:pt idx="18">
                  <c:v>642.940080828435</c:v>
                </c:pt>
                <c:pt idx="19">
                  <c:v>654.513226085913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412.171002171646</c:v>
                </c:pt>
                <c:pt idx="2">
                  <c:v>458.896378232585</c:v>
                </c:pt>
                <c:pt idx="3">
                  <c:v>480.591790203899</c:v>
                </c:pt>
                <c:pt idx="4">
                  <c:v>491.488990294658</c:v>
                </c:pt>
                <c:pt idx="5">
                  <c:v>469.226035757231</c:v>
                </c:pt>
                <c:pt idx="6">
                  <c:v>470.50480066682</c:v>
                </c:pt>
                <c:pt idx="7">
                  <c:v>484.404248991966</c:v>
                </c:pt>
                <c:pt idx="8">
                  <c:v>493.474787872485</c:v>
                </c:pt>
                <c:pt idx="9">
                  <c:v>501.742064973746</c:v>
                </c:pt>
                <c:pt idx="10">
                  <c:v>508.549955668809</c:v>
                </c:pt>
                <c:pt idx="11">
                  <c:v>518.601000138669</c:v>
                </c:pt>
                <c:pt idx="12">
                  <c:v>527.986192575509</c:v>
                </c:pt>
                <c:pt idx="13">
                  <c:v>538.0546867951</c:v>
                </c:pt>
                <c:pt idx="14">
                  <c:v>548.243784097369</c:v>
                </c:pt>
                <c:pt idx="15">
                  <c:v>558.76390703558</c:v>
                </c:pt>
                <c:pt idx="16">
                  <c:v>569.214796590885</c:v>
                </c:pt>
                <c:pt idx="17">
                  <c:v>579.718140601795</c:v>
                </c:pt>
                <c:pt idx="18">
                  <c:v>590.109682795516</c:v>
                </c:pt>
                <c:pt idx="19">
                  <c:v>600.558834941755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412.034843245254</c:v>
                </c:pt>
                <c:pt idx="2">
                  <c:v>458.765150914455</c:v>
                </c:pt>
                <c:pt idx="3">
                  <c:v>480.465384438738</c:v>
                </c:pt>
                <c:pt idx="4">
                  <c:v>491.362274309929</c:v>
                </c:pt>
                <c:pt idx="5">
                  <c:v>481.098623018449</c:v>
                </c:pt>
                <c:pt idx="6">
                  <c:v>465.122302360626</c:v>
                </c:pt>
                <c:pt idx="7">
                  <c:v>449.664071400765</c:v>
                </c:pt>
                <c:pt idx="8">
                  <c:v>440.088211590369</c:v>
                </c:pt>
                <c:pt idx="9">
                  <c:v>434.817516273537</c:v>
                </c:pt>
                <c:pt idx="10">
                  <c:v>427.861559492307</c:v>
                </c:pt>
                <c:pt idx="11">
                  <c:v>424.406531740186</c:v>
                </c:pt>
                <c:pt idx="12">
                  <c:v>419.826768069494</c:v>
                </c:pt>
                <c:pt idx="13">
                  <c:v>417.342931385601</c:v>
                </c:pt>
                <c:pt idx="14">
                  <c:v>414.277797043297</c:v>
                </c:pt>
                <c:pt idx="15">
                  <c:v>412.86220322643</c:v>
                </c:pt>
                <c:pt idx="16">
                  <c:v>410.6406742664</c:v>
                </c:pt>
                <c:pt idx="17">
                  <c:v>410.138599835657</c:v>
                </c:pt>
                <c:pt idx="18">
                  <c:v>408.174591785102</c:v>
                </c:pt>
                <c:pt idx="19">
                  <c:v>408.559853852151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400.966714572273</c:v>
                </c:pt>
                <c:pt idx="1">
                  <c:v>411.897974586791</c:v>
                </c:pt>
                <c:pt idx="2">
                  <c:v>458.633097432357</c:v>
                </c:pt>
                <c:pt idx="3">
                  <c:v>480.338042632426</c:v>
                </c:pt>
                <c:pt idx="4">
                  <c:v>491.234302773812</c:v>
                </c:pt>
                <c:pt idx="5">
                  <c:v>464.585265332392</c:v>
                </c:pt>
                <c:pt idx="6">
                  <c:v>475.553645834769</c:v>
                </c:pt>
                <c:pt idx="7">
                  <c:v>486.501245517991</c:v>
                </c:pt>
                <c:pt idx="8">
                  <c:v>495.730917497767</c:v>
                </c:pt>
                <c:pt idx="9">
                  <c:v>498.800417036352</c:v>
                </c:pt>
                <c:pt idx="10">
                  <c:v>502.324659339185</c:v>
                </c:pt>
                <c:pt idx="11">
                  <c:v>510.185710431116</c:v>
                </c:pt>
                <c:pt idx="12">
                  <c:v>513.450704219511</c:v>
                </c:pt>
                <c:pt idx="13">
                  <c:v>518.390778764779</c:v>
                </c:pt>
                <c:pt idx="14">
                  <c:v>523.690687816263</c:v>
                </c:pt>
                <c:pt idx="15">
                  <c:v>528.646213305328</c:v>
                </c:pt>
                <c:pt idx="16">
                  <c:v>534.078636228524</c:v>
                </c:pt>
                <c:pt idx="17">
                  <c:v>539.716719737399</c:v>
                </c:pt>
                <c:pt idx="18">
                  <c:v>545.204155310084</c:v>
                </c:pt>
                <c:pt idx="19">
                  <c:v>551.114866073351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-0.01760657738334</c:v>
                </c:pt>
                <c:pt idx="1">
                  <c:v>-0.0160622550444993</c:v>
                </c:pt>
                <c:pt idx="2">
                  <c:v>-0.0154090416751892</c:v>
                </c:pt>
                <c:pt idx="3">
                  <c:v>-0.0142765747377072</c:v>
                </c:pt>
                <c:pt idx="4">
                  <c:v>-0.014321286738573</c:v>
                </c:pt>
                <c:pt idx="5">
                  <c:v>-0.014166409518862699</c:v>
                </c:pt>
                <c:pt idx="6">
                  <c:v>-0.0146368118292577</c:v>
                </c:pt>
                <c:pt idx="7">
                  <c:v>-0.014681863120765798</c:v>
                </c:pt>
                <c:pt idx="8">
                  <c:v>-0.014040170791575</c:v>
                </c:pt>
                <c:pt idx="9">
                  <c:v>-0.014544287855806599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0.0244376213744566</c:v>
                </c:pt>
                <c:pt idx="1">
                  <c:v>0.0137115376860783</c:v>
                </c:pt>
                <c:pt idx="2">
                  <c:v>0.00334177241015657</c:v>
                </c:pt>
                <c:pt idx="3">
                  <c:v>0.000642531619191245</c:v>
                </c:pt>
                <c:pt idx="4">
                  <c:v>-0.00405534566273121</c:v>
                </c:pt>
                <c:pt idx="5">
                  <c:v>-0.00807565805160722</c:v>
                </c:pt>
                <c:pt idx="6">
                  <c:v>-0.0105947922519001</c:v>
                </c:pt>
                <c:pt idx="7">
                  <c:v>-0.01158179711632</c:v>
                </c:pt>
                <c:pt idx="8">
                  <c:v>-0.0104312077604018</c:v>
                </c:pt>
                <c:pt idx="9">
                  <c:v>-0.013090074271429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 and reproduces every result within 1e-9. Every prototype code follows the CPAT code protocol (legacy variable names, no model letters, tot for totals, each code once).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(v0.6.6);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v0.6.6: values stored, OFFSET and COUNTIFS replaced (formulas 568k -&gt; 404k). v0.7.1: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(v0.5.4, v0.5.6):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-1.82%.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check_quick_report_v1.0.0.md: PASS. Full check (check_report.md, last run on v0.8.0):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Coded CPAT is the Python model of CPAT. Excel-AI is its specification: the tests compare every output code, year by year. Bugs are never copied (they are fixed in the prototype first); issues are copied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CPAT-AI-Mitigation-Prototype-v1.0.0.xlsm (repository root), the Documentation, Legacy_CPAT_Bugs_v1.0.0.docx.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v1.0.0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227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1.0.0,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_ai/excel_ai/mitigation/presentation/img/v1_0_0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and distribution done, and replicated in Python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RECENTLY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Coded CPAT: the Python model, equal code by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(196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(126 mitigation, 9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1.0.0 and the bug and issue register (Legacy_CPAT_Bugs_v1.0.0.docx).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 bugs found in legacy CPAT; 24 of high priority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Some high-priority bugs and their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196 mitigation and 31 distribution bugs, all fixed in the prototype; also 135 legacy issues (126 mitigation, 9 distribution), replicated and tracked. Fix plans: Legacy_CPAT_Bugs_v1.0.0.docx. Legacy CPAT 1.0pre_465: the CPAT team marked 63 fixed (52 confirmed, 9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_ai/excel_ai/mitigation/presentation/img/v1_0_0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452,164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_ai/excel_ai/mitigation/presentation/img/v1_0_0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_ai/excel_ai/mitigation/presentation/img/v1_0_0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$20 -12%, Package A -25%, Package B -10%. Package B ETS price 2030: 78 $/tCO2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_ai/excel_ai/mitigation/presentation/img/v1_0_0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19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18% -&gt; 6%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Legacy CPAT bugs, section 4.2 (Legacy_CPAT_Bugs_v1.0.0.docx);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-18%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-183 $/tCO2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-2.8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3.6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-5.1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10.6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452,164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15,086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15,086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Coded CPAT reproduces every output code; a Python reference recomputes the distribution at every check (the full mitigation recomputation is being repaired).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 in Python, equal number for number</a:t>
            </a:r>
            <a:endParaRPr lang="en-US" sz="3000" dirty="0"/>
          </a:p>
        </p:txBody>
      </p:sp>
      <p:sp>
        <p:nvSpPr>
          <p:cNvPr id="4" name="flow-191"/>
          <p:cNvSpPr/>
          <p:nvPr/>
        </p:nvSpPr>
        <p:spPr>
          <a:xfrm>
            <a:off x="54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92"/>
          <p:cNvSpPr txBox="1"/>
          <p:nvPr/>
        </p:nvSpPr>
        <p:spPr>
          <a:xfrm>
            <a:off x="54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Excel-AI prototypes</a:t>
            </a:r>
            <a:endParaRPr lang="en-US" sz="1400" dirty="0"/>
          </a:p>
        </p:txBody>
      </p:sp>
      <p:sp>
        <p:nvSpPr>
          <p:cNvPr id="6" name="flowArrow-193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94"/>
          <p:cNvSpPr/>
          <p:nvPr/>
        </p:nvSpPr>
        <p:spPr>
          <a:xfrm>
            <a:off x="435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95"/>
          <p:cNvSpPr txBox="1"/>
          <p:nvPr/>
        </p:nvSpPr>
        <p:spPr>
          <a:xfrm>
            <a:off x="435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Coded CPAT (Python)</a:t>
            </a:r>
            <a:endParaRPr lang="en-US" sz="1400" dirty="0"/>
          </a:p>
        </p:txBody>
      </p:sp>
      <p:sp>
        <p:nvSpPr>
          <p:cNvPr id="9" name="flowArrow-196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97"/>
          <p:cNvSpPr/>
          <p:nvPr/>
        </p:nvSpPr>
        <p:spPr>
          <a:xfrm>
            <a:off x="8168640" y="1463040"/>
            <a:ext cx="3444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98"/>
          <p:cNvSpPr txBox="1"/>
          <p:nvPr/>
        </p:nvSpPr>
        <p:spPr>
          <a:xfrm>
            <a:off x="8168640" y="14630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Command line, Python, Shiny app</a:t>
            </a:r>
            <a:endParaRPr lang="en-US" sz="1400" dirty="0"/>
          </a:p>
        </p:txBody>
      </p:sp>
      <p:sp>
        <p:nvSpPr>
          <p:cNvPr id="12" name="stat-199"/>
          <p:cNvSpPr txBox="1"/>
          <p:nvPr/>
        </p:nvSpPr>
        <p:spPr>
          <a:xfrm>
            <a:off x="548640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result codes per scenario equal to Excel-AI 1.0.0 within 1e-9 (Egypt)</a:t>
            </a:r>
            <a:endParaRPr lang="en-US" sz="4000" dirty="0"/>
          </a:p>
        </p:txBody>
      </p:sp>
      <p:sp>
        <p:nvSpPr>
          <p:cNvPr id="13" name="stat-200"/>
          <p:cNvSpPr txBox="1"/>
          <p:nvPr/>
        </p:nvSpPr>
        <p:spPr>
          <a:xfrm>
            <a:off x="4315968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distribution codes equal to Distribution 1.0.0</a:t>
            </a:r>
            <a:endParaRPr lang="en-US" sz="4000" dirty="0"/>
          </a:p>
        </p:txBody>
      </p:sp>
      <p:sp>
        <p:nvSpPr>
          <p:cNvPr id="14" name="stat-201"/>
          <p:cNvSpPr txBox="1"/>
          <p:nvPr/>
        </p:nvSpPr>
        <p:spPr>
          <a:xfrm>
            <a:off x="8092440" y="27432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tests passing; version 1.0.0p1.0</a:t>
            </a:r>
            <a:endParaRPr lang="en-US" sz="4000" dirty="0"/>
          </a:p>
        </p:txBody>
      </p:sp>
      <p:sp>
        <p:nvSpPr>
          <p:cNvPr id="15" name="card-202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cardText-203"/>
          <p:cNvSpPr txBox="1"/>
          <p:nvPr/>
        </p:nvSpPr>
        <p:spPr>
          <a:xfrm>
            <a:off x="713232" y="4453128"/>
            <a:ext cx="107350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WHY IT MATTERS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Writing the model twice found eight prototype bugs (M15-M22); all fixed here and in Python, none copied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One function per equation, named with the workbook's codes; a documentation book on the website</a:t>
            </a:r>
            <a:endParaRPr lang="en-US" sz="1100" dirty="0"/>
          </a:p>
        </p:txBody>
      </p:sp>
      <p:sp>
        <p:nvSpPr>
          <p:cNvPr id="17" name="caption-20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coded/ in the repository; the Coded CPAT tab of the website; Coded-CPAT_Overview deck.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205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206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207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208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209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210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211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212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213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14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15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16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17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18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Every country on the full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v1.0.0: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2026-10-29T16:05:04Z</dcterms:created>
  <dcterms:modified xsi:type="dcterms:W3CDTF">2026-10-29T16:05:04Z</dcterms:modified>
</cp:coreProperties>
</file>